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9E38-CFB0-35C4-79A0-0E9A5BFD8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 err="1"/>
              <a:t>Mysite</a:t>
            </a:r>
            <a:r>
              <a:rPr lang="en-US" sz="6000" b="1" dirty="0"/>
              <a:t> express </a:t>
            </a:r>
            <a:r>
              <a:rPr lang="en-US" sz="6000" b="1" dirty="0" err="1"/>
              <a:t>api</a:t>
            </a:r>
            <a:endParaRPr lang="en-US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5324D-32E7-3291-74D9-4EEC3E1F2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Service API Auth login &amp; get data</a:t>
            </a:r>
          </a:p>
        </p:txBody>
      </p:sp>
    </p:spTree>
    <p:extLst>
      <p:ext uri="{BB962C8B-B14F-4D97-AF65-F5344CB8AC3E}">
        <p14:creationId xmlns:p14="http://schemas.microsoft.com/office/powerpoint/2010/main" val="46217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19C5B-9FD8-CD08-1765-69B315EF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Register </a:t>
            </a:r>
            <a:r>
              <a:rPr lang="en-US" dirty="0" err="1"/>
              <a:t>MEMber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1CC91-C278-DF63-DFF2-0A0575CA6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931" y="1728027"/>
            <a:ext cx="7051163" cy="452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30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D6CC-B13D-0002-AB11-E9FF9D0F6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Auth login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2E36A-E37F-6254-8D42-CCC1C921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755" y="1882859"/>
            <a:ext cx="7538490" cy="436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93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7C19-3CD3-92E0-48E7-01928479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USE </a:t>
            </a:r>
            <a:r>
              <a:rPr lang="en-US" dirty="0" err="1"/>
              <a:t>accessToken</a:t>
            </a:r>
            <a:r>
              <a:rPr lang="en-US" dirty="0"/>
              <a:t> GET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3A94F9-0E31-E432-348E-EE0B2C5F0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07" y="1932250"/>
            <a:ext cx="6941986" cy="439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8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084B-9357-3363-8140-EC12F5A0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Renew </a:t>
            </a:r>
            <a:r>
              <a:rPr lang="en-US" dirty="0" err="1"/>
              <a:t>accesstoken</a:t>
            </a:r>
            <a:r>
              <a:rPr lang="en-US" dirty="0"/>
              <a:t> by </a:t>
            </a:r>
            <a:r>
              <a:rPr lang="en-US" dirty="0" err="1"/>
              <a:t>refreshtoken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C87D5-DF74-970A-01E9-1E3F08E9B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433" y="1974151"/>
            <a:ext cx="7969134" cy="440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1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70F5-3E5D-C76C-99FA-383FC697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Logout by </a:t>
            </a:r>
            <a:r>
              <a:rPr lang="en-US" dirty="0" err="1"/>
              <a:t>refreshtoken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2B198-9E12-A734-9F01-048CD17FE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941" y="1781622"/>
            <a:ext cx="8988118" cy="45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929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{169D1273-D529-4374-BC43-FD8D0CA39DFC}TFb5ae2469-0bae-4978-b0e0-39dd046150ff9a115ede-a9c3cc5252b0</Template>
  <TotalTime>14</TotalTime>
  <Words>35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Mysite express api</vt:lpstr>
      <vt:lpstr>1. Register MEMber</vt:lpstr>
      <vt:lpstr>2. Auth login</vt:lpstr>
      <vt:lpstr>3. USE accessToken GET DATA</vt:lpstr>
      <vt:lpstr>4. Renew accesstoken by refreshtoken</vt:lpstr>
      <vt:lpstr>5. Logout by refreshtoken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patchara druangmul</dc:creator>
  <cp:lastModifiedBy>patchara druangmul</cp:lastModifiedBy>
  <cp:revision>1</cp:revision>
  <dcterms:created xsi:type="dcterms:W3CDTF">2026-01-25T17:30:04Z</dcterms:created>
  <dcterms:modified xsi:type="dcterms:W3CDTF">2026-01-25T17:44:48Z</dcterms:modified>
</cp:coreProperties>
</file>